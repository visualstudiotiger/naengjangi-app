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3" name="Image 0" descr="/home/claude/pitch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0927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146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냉장이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식재료 스캔 &amp; 자동 장보기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귀엽게 관리하고, 있는 재료로 요리하고, 부족한 것만 채운다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소개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해결하려는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4" name="Image 0" descr="/home/claude/pitch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84434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 사거나, 버리거나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37360" y="2194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냉장고에 뭐가 있는지 몰라 재료를 중복 구매하거나 유통기한을 넘겨 버리는 일이 반복됩니다.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474720"/>
            <a:ext cx="822960" cy="82296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8" name="Image 1" descr="/home/claude/pitch/icons/utens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3581705"/>
            <a:ext cx="608990" cy="608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오늘도 "뭐 먹지"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737360" y="3931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식사 메뉴를 고민하는 데 드는 피로감이 누적됩니다.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국내에 유사 문제를 다루는 서비스가 다수 존재한다는 것 자체가 문제의 실재성을 방증합니다.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솔루션: 4단계 핵심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85900" y="219456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4" name="Image 0" descr="/home/claude/pitch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659" y="232531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인식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OCR로 구매 품목 자동 인식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411980" y="219456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10" name="Image 1" descr="/home/claude/pitch/icons/utens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739" y="2325319"/>
            <a:ext cx="744322" cy="744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추천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 재료 최대 3개, 부분 매칭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1792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338060" y="219456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16" name="Image 2" descr="/home/claude/pitch/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819" y="2325319"/>
            <a:ext cx="744322" cy="7443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3796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연결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제휴 딥링크로 구매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14400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10264140" y="2194560"/>
            <a:ext cx="1005840" cy="10058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22" name="Image 3" descr="/home/claude/pitch/icons/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899" y="2325319"/>
            <a:ext cx="744322" cy="7443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6404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콩알 보상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6404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성장 + 리텐션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차별화: 게이미피케이션 리텐션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EAF0E2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5" name="Image 0" descr="/home/claude/pitch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20491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· 재화 · 챌린지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성장(비가역) + 컨디션(가변) 이중 시스템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콩알(활동 보상 재화)로 캐릭터 꾸미기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파먹기 챌린지 · 정리 스트릭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요리 대결(인스타그램 해시태그)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0" y="169164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BE9E3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2468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1,800만+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9494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캐시워크 누적 다운로드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4023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국내에서 캐릭터·재화 기반 리텐션 메커니즘이 대규모로 검증된 사례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환경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926080" cy="77724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737360"/>
            <a:ext cx="3657600" cy="77724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1737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737360"/>
            <a:ext cx="4480560" cy="77724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737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만개의레시피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51460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14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1,000만 · MAU 100만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251460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5146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최대 규모, 커머스 연결 이미 보유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2926080" cy="77724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파먹기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3291840"/>
            <a:ext cx="3657600" cy="77724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3291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3291840"/>
            <a:ext cx="4480560" cy="77724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재고관리 + 레시피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유통기한 언제지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406908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4069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406908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069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바코드/영수증 스캔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2926080" cy="777240"/>
          </a:xfrm>
          <a:prstGeom prst="rect">
            <a:avLst/>
          </a:prstGeom>
          <a:solidFill>
            <a:srgbClr val="FBE9E3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846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서비스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66160" y="4846320"/>
            <a:ext cx="3657600" cy="777240"/>
          </a:xfrm>
          <a:prstGeom prst="rect">
            <a:avLst/>
          </a:prstGeom>
          <a:solidFill>
            <a:srgbClr val="FBE9E3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4846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23760" y="4846320"/>
            <a:ext cx="4480560" cy="777240"/>
          </a:xfrm>
          <a:prstGeom prst="rect">
            <a:avLst/>
          </a:prstGeom>
          <a:solidFill>
            <a:srgbClr val="FBE9E3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4846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+ 레시피 + 구매연결 + 게이미피케이션 통합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리서치로 확인한 핵심 수치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EAF0E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97~99%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클로바 OCR 영수증 인식률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EAF0E2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2057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76656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쿠팡파트너스 식품 카테고리 커미션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EAF0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89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100만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만개의레시피 앱 단독 MAU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41605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EAF0E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389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1,800만+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캐시워크 누적 다운로드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모델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EAF0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5" name="Image 0" descr="/home/claude/pitch/icons/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구조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쿠팡파트너스 제휴 커미션 (식품 카테고리 약 2%)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후 24시간 내 구매 전체에 대해 커미션 인정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(확장) 컬리 등 추가 제휴처 비즈니스 협의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(확장) 인기 재료 특정 상품 매칭 고도화로 전환율 개선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BE9E3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0" name="Image 1" descr="/home/claude/pitch/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04322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구조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6974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OCR API 사용료 (건당 약 1~5원)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서버·인프라, 이미지 저장, 푸시 알림 등 운영 비용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콩알 상점 아이템 제작·운영 리소스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(2단계 이후) LLM 폴백 매칭 API 비용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로드맵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2423160"/>
            <a:ext cx="10378440" cy="0"/>
          </a:xfrm>
          <a:prstGeom prst="line">
            <a:avLst/>
          </a:prstGeom>
          <a:noFill/>
          <a:ln w="25400">
            <a:solidFill>
              <a:srgbClr val="5DCA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1920240"/>
            <a:ext cx="1005840" cy="1005840"/>
          </a:xfrm>
          <a:prstGeom prst="ellipse">
            <a:avLst/>
          </a:prstGeom>
          <a:solidFill>
            <a:srgbClr val="5F6B54"/>
          </a:solidFill>
          <a:ln/>
        </p:spPr>
      </p:sp>
      <p:pic>
        <p:nvPicPr>
          <p:cNvPr id="5" name="Image 0" descr="/home/claude/pitch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659" y="205099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준비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쿠팡파트너스 등록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식재료 사전 v1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벤치마킹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1980" y="192024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10" name="Image 1" descr="/home/claude/pitch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739" y="2050999"/>
            <a:ext cx="744322" cy="744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11880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03320" y="37490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인식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매칭 레시피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 딥링크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38060" y="192024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15" name="Image 2" descr="/home/claude/pitch/icons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819" y="205099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37960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강화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29400" y="37490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사진(보조)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5단계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챌린지·공유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0264140" y="1920240"/>
            <a:ext cx="1005840" cy="100584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20" name="Image 3" descr="/home/claude/pitch/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899" y="2050999"/>
            <a:ext cx="744322" cy="7443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6404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464040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555480" y="37490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 대결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폴백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컬리 등 제휴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1→2: 핵심 루프 리텐션 지표 확인 후 진행 · Phase 2→3: 챌린지 참여율 확보 후 진행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및 대응 방안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11680" cy="86868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1737360"/>
            <a:ext cx="5303520" cy="86868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737360"/>
            <a:ext cx="3749040" cy="868680"/>
          </a:xfrm>
          <a:prstGeom prst="rect">
            <a:avLst/>
          </a:prstGeom>
          <a:solidFill>
            <a:srgbClr val="0F6E56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60604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606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사진 인식이 업계 최고 수준에서도 제한적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60604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핵심→보조 기능으로 포지셔닝 조정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201168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3474720"/>
            <a:ext cx="530352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474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컬리는 외부 앱 제휴 프로그램 부재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474720"/>
            <a:ext cx="374904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범위 제외, 쿠팡 단일 채널로 시작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43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434340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4343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만개의레시피가 이미 유사 커머스 구조 보유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434340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게이미피케이션 차별화에 집중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201168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212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컴플라이언스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5212080"/>
            <a:ext cx="530352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52120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쿠팡파트너스 대가성 문구 고지 의무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5212080"/>
            <a:ext cx="3749040" cy="868680"/>
          </a:xfrm>
          <a:prstGeom prst="rect">
            <a:avLst/>
          </a:prstGeom>
          <a:solidFill>
            <a:srgbClr val="EAF0E2"/>
          </a:solidFill>
          <a:ln w="6350">
            <a:solidFill>
              <a:srgbClr val="E1E6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5212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화면 고지 문구 상시 노출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단계에 필요한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0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5" name="Image 0" descr="/home/claude/pitch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54" y="21465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리소스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496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클라이언트 및 백엔드 개발 인력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4652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E9E3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2057400"/>
            <a:ext cx="685800" cy="68580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0" name="Image 1" descr="/home/claude/pitch/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994" y="2146554"/>
            <a:ext cx="507492" cy="507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운영 자금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89520" y="24963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API 비용, 인프라, 쿠팡파트너스 초기 판매 실적 확보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0E2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297680"/>
            <a:ext cx="685800" cy="685800"/>
          </a:xfrm>
          <a:prstGeom prst="ellipse">
            <a:avLst/>
          </a:prstGeom>
          <a:solidFill>
            <a:srgbClr val="5DCAA5"/>
          </a:solidFill>
          <a:ln/>
        </p:spPr>
      </p:sp>
      <p:pic>
        <p:nvPicPr>
          <p:cNvPr id="15" name="Image 2" descr="/home/claude/pitch/icons/utens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4386834"/>
            <a:ext cx="507492" cy="5074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리소스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7365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일러스트 및 상점 아이템 제작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4652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E9E3"/>
          </a:solidFill>
          <a:ln/>
        </p:spPr>
      </p:sp>
      <p:sp>
        <p:nvSpPr>
          <p:cNvPr id="19" name="Shape 14"/>
          <p:cNvSpPr/>
          <p:nvPr/>
        </p:nvSpPr>
        <p:spPr>
          <a:xfrm>
            <a:off x="6720840" y="4297680"/>
            <a:ext cx="685800" cy="68580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20" name="Image 3" descr="/home/claude/pitch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94" y="438683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지표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89520" y="473659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리텐션 지표 확보 → Phase 2 투자 판단 근거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280160"/>
            <a:ext cx="1188720" cy="118872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3" name="Image 0" descr="/home/claude/pitch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7782" y="1434694"/>
            <a:ext cx="879653" cy="879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냉장이와 함께, 냉장고 속 재료를 마지막까지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2026-07-25T16:40:06Z</dcterms:created>
  <dcterms:modified xsi:type="dcterms:W3CDTF">2026-07-25T16:40:06Z</dcterms:modified>
</cp:coreProperties>
</file>